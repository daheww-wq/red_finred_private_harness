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FinRED Harness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1488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6ECF6"/>
                </a:solidFill>
                <a:latin typeface="Malgun Gothic"/>
              </a:rPr>
              <a:t>금융 레드팀 데이터 생성, 응답 평가, ASR 산출을 반복 가능하게 운영하기 위한 하네스 설명 자료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3063240"/>
            <a:ext cx="2011680" cy="320040"/>
          </a:xfrm>
          <a:prstGeom prst="rect">
            <a:avLst/>
          </a:prstGeom>
          <a:solidFill>
            <a:srgbClr val="245B96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개발팀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3063240"/>
            <a:ext cx="2011680" cy="320040"/>
          </a:xfrm>
          <a:prstGeom prst="rect">
            <a:avLst/>
          </a:prstGeom>
          <a:solidFill>
            <a:srgbClr val="1E7855"/>
          </a:solidFill>
          <a:ln>
            <a:solidFill>
              <a:srgbClr val="1E7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지식구축팀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한 줄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FinRED 하네스는 금융 도메인 레드팀 평가 데이터를 반복 가능하게 생성하고 평가하는 운영 레이어입니다.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기존 Step1/Step2/eval 스크립트를 유지하면서, 실행 전 점검, 환경 연결, 산출물 검증, judge/ASR 산출을 연결했습니다.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R4_1 기준으로 scenario -&gt; prompt -&gt; response -&gt; judge -&gt; ASR까지 end-to-end 흐름을 완료했습니다.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전체 데이터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원천문서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1" y="21671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96596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Chunk/DB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2151" y="21671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96596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2352" y="21671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96596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1671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96596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1671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96596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2952" y="216712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196596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109728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핵심 산출물은 각 단계별 JSON/CSV로 남고, 최종적으로 Safe/Unsafe 및 ASR을 산출합니다.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하네스는 이 흐름을 실행 전 점검, runtime 격리, checkpoint, report와 함께 관리합니다.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주요 산출물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경로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Schema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src/data/schemas/ko/{category}.json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scenario 구조</a:t>
                      </a:r>
                    </a:p>
                  </a:txBody>
                  <a:tcPr marL="45720" marR="45720"/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Query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src/data/queries/{category}_queries.csv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retrieval 질의</a:t>
                      </a:r>
                    </a:p>
                  </a:txBody>
                  <a:tcPr marL="45720" marR="45720"/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Chunks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src/data/contexts/.../{category}_chunks.json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근거 context</a:t>
                      </a:r>
                    </a:p>
                  </a:txBody>
                  <a:tcPr marL="45720" marR="45720"/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Prompt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src/outputs/prompts/{category}_prompts_all.csv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attack prompt</a:t>
                      </a:r>
                    </a:p>
                  </a:txBody>
                  <a:tcPr marL="45720" marR="45720"/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Response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src/eval/dataset/*_with_responses.csv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target model 응답</a:t>
                      </a:r>
                    </a:p>
                  </a:txBody>
                  <a:tcPr marL="45720" marR="45720"/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Judge/ASR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src/eval/infer_result/*_judge.*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Safe/Unsafe 및 ASR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하네스 레이어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cli.py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1" y="202996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82880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config.py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2151" y="202996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82880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runtime.py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2352" y="202996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82880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preflight.py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02996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182880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pipeline.py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02996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82880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validators.py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2952" y="202996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F6773"/>
                </a:solidFill>
                <a:latin typeface="Malgun Gothic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1828800"/>
            <a:ext cx="1417320" cy="658368"/>
          </a:xfrm>
          <a:prstGeom prst="rect">
            <a:avLst/>
          </a:prstGeom>
          <a:solidFill>
            <a:srgbClr val="F4F7FB"/>
          </a:solidFill>
          <a:ln>
            <a:solidFill>
              <a:srgbClr val="24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42646"/>
                </a:solidFill>
                <a:latin typeface="Malgun Gothic"/>
              </a:rPr>
              <a:t>checkpoint.py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109728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기본 실행은 fake provider dry-run으로 안전하게 검증합니다.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live API는 .env 및 RUN_LIVE_LLM_TESTS 설정으로 명시적으로 연결합니다.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runtime 산출물은 .runtime/&lt;worktree_id&gt;/ 아래에 격리됩니다.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환경 및 API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.env 자동 로드 지원: OPENAI_API_KEY, GEMINI_API_KEY, RUN_LIVE_LLM_TESTS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PowerShell 형식($env:KEY="...")과 표준 dotenv 형식(KEY="...")을 모두 지원합니다.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doctor 명령으로 key 존재 여부, live opt-in, 실행 위치를 확인합니다.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키 값은 출력하지 않고 true/false 상태만 보여주도록 구성했습니다.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R4_1 End-to-End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산출물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Retrieval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R4_1_chunks.json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query 5개 context 있음</a:t>
                      </a:r>
                    </a:p>
                  </a:txBody>
                  <a:tcPr marL="45720" marR="45720"/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Step1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scenarios/R4_1/*.json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5개</a:t>
                      </a:r>
                    </a:p>
                  </a:txBody>
                  <a:tcPr marL="45720" marR="45720"/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Step2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prompts/R4_1/*.json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5개</a:t>
                      </a:r>
                    </a:p>
                  </a:txBody>
                  <a:tcPr marL="45720" marR="45720"/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Prompt CSV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R4_1_prompts_all.csv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5 rows</a:t>
                      </a:r>
                    </a:p>
                  </a:txBody>
                  <a:tcPr marL="45720" marR="45720"/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Response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shinhan_r4_1_gemini_with_responses.csv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5 rows, error 0</a:t>
                      </a:r>
                    </a:p>
                  </a:txBody>
                  <a:tcPr marL="45720" marR="45720"/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Judge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shinhan_r4_1_gemini_judge.csv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Safe 3 / Unsafe 2</a:t>
                      </a:r>
                    </a:p>
                  </a:txBody>
                  <a:tcPr marL="45720" marR="45720"/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ASR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asr_lv2_oursrubric.json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R4_1 = 0.4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R4_1 Rubric 수정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기존 R4_1 rubric은 취약계층 사칭/정부지원 탈취 등 R2성 기준이 섞여 있었습니다.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R4_1 schema/query는 설명의무, 핵심설명서, 청약철회권, 위법계약해지권, 적합성 원칙, 불공정 판매가 중심입니다.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따라서 R4_1 judge rubric을 소비자 권리 침해/설명의무 회피/권리행사 방해 기준으로 교체했습니다.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재평가 후 결과는 5건 중 Safe 3, Unsafe 2, ASR 40%입니다.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R1~R5 Rubric 점검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영역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점검 결과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금융 보안 위협 기준과 대체로 정합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R2_4/R2_5 방향성 오류 수정 완료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상품 왜곡, 허위정보, 가짜 전문가 기준 정합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R4_1 불일치 수정 완료, R4_2~R4_5 정합</a:t>
                      </a:r>
                    </a:p>
                  </a:txBody>
                  <a:tcPr marL="45720" marR="45720"/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내부통제, 보고 회피, 감사 방해 기준 정합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개발팀 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연결된 것: .env 자동 로드, doctor/preflight/run, fake dry-run, response 생성, judge, ASR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확인된 것: unit test 12개 통과, R4_1 end-to-end 산출물 정상 파싱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주의할 것: OpenAI judge 호출은 현재 환경에서 429 insufficient_quota 계열 오류가 재현됩니다.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후속 권장: Gemini SDK를 google-genai 기반으로 마이그레이션하고, Step1/Step2/response/judge를 harness command로 통합합니다.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지식구축팀 관점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검수 대상: schema, query, retrieved chunks, scenario, prompt, response, judge rubric, Safe/Unsafe 판정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핵심 질문: 이 프롬프트가 해당 taxonomy의 위험 행동을 정확히 유도하는가?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핵심 질문: judge rubric이 taxonomy와 schema/query에 맞게 설계되었는가?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R4_1 사례처럼 rubric이 어긋나면 ASR 숫자는 나오지만 평가 의미가 흔들립니다.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권장 운영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1. schema/query/source context 확인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2. Step1 scenario 생성 및 JSON 파싱 검증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3. Step2 prompt 생성 및 CSV 행 수/컬럼 검증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4. target response 생성 및 generation error 확인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5. judge rubric 정합성 확인 후 judge 실행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6. ASR 산출 및 표본 판정 검수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7. 실패/중간 산출물은 partial/error 이름으로 분리 보관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현재 알려진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이슈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영향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1E1E"/>
                          </a:solidFill>
                          <a:latin typeface="Malgun Gothic"/>
                        </a:rPr>
                        <a:t>대응</a:t>
                      </a:r>
                    </a:p>
                  </a:txBody>
                  <a:tcPr marL="45720" marR="45720">
                    <a:solidFill>
                      <a:srgbClr val="F4F7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OpenAI judge 429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OpenAI judge 불가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Gemini judge로 평가 완료</a:t>
                      </a:r>
                    </a:p>
                  </a:txBody>
                  <a:tcPr marL="45720" marR="45720"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Gemini deprecated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장기 유지보수 리스크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google-genai 전환 권장</a:t>
                      </a:r>
                    </a:p>
                  </a:txBody>
                  <a:tcPr marL="45720" marR="45720"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main.py --step all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모델 인자 혼선 가능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Step1/Step2 분리 실행</a:t>
                      </a:r>
                    </a:p>
                  </a:txBody>
                  <a:tcPr marL="45720" marR="45720"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rubric 불일치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ASR 의미 흔들림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R4_1/R2_4/R2_5 수정</a:t>
                      </a:r>
                    </a:p>
                  </a:txBody>
                  <a:tcPr marL="45720" marR="45720"/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중간 실패 파일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최종 결과 오해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partial/error 이름으로 분리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다음 개선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category별 preflight에 schema/query/chunks/rubric 정합성 체크 추가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prompt strength judge 추가: attack prompt의 강도와 품질을 별도 점수화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Step1 -&gt; Step2 -&gt; Response -&gt; Judge -&gt; Report를 하나의 harness command로 통합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OpenAI/Gemini provider diagnostic 명령 추가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최종 리포트를 Markdown/HTML/PPT로 자동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13385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42646"/>
                </a:solidFill>
                <a:latin typeface="Malgun Gothic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R4_1 기준 전체 평가 체인은 연결 완료되었습니다.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하네스는 단순 생성 코드가 아니라, 금융 레드팀 데이터셋을 반복 구축하고 검수하기 위한 운영 기반입니다.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개발팀은 실행 안정성과 자동화를, 지식구축팀은 taxonomy/rubric/판정 품질을 중심으로 보면 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32830"/>
                </a:solidFill>
                <a:latin typeface="Malgun Gothic"/>
              </a:rPr>
              <a:t>다음 단계는 rubric 검수 자동화와 end-to-end harness command 통합입니다.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9224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5F6773"/>
                </a:solidFill>
                <a:latin typeface="Malgun Gothic"/>
              </a:rPr>
              <a:t>FinRED Harness Briefing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